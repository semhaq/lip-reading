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11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91197D2-4669-809E-7B2C-889075BD61FE}"/>
              </a:ext>
            </a:extLst>
          </p:cNvPr>
          <p:cNvSpPr/>
          <p:nvPr/>
        </p:nvSpPr>
        <p:spPr>
          <a:xfrm>
            <a:off x="2797450" y="34925"/>
            <a:ext cx="2464905" cy="916753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29BC6D4A-2CE0-9DB2-BD0A-3C0B397F046E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4024519" y="951678"/>
            <a:ext cx="5384" cy="4319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2FBF7E8C-3A9A-E86A-DC40-2812F9839166}"/>
              </a:ext>
            </a:extLst>
          </p:cNvPr>
          <p:cNvSpPr/>
          <p:nvPr/>
        </p:nvSpPr>
        <p:spPr>
          <a:xfrm>
            <a:off x="1162049" y="1383617"/>
            <a:ext cx="5724525" cy="4430443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56C5A1-1F9D-6F1E-A8AE-0084719EAE28}"/>
              </a:ext>
            </a:extLst>
          </p:cNvPr>
          <p:cNvSpPr/>
          <p:nvPr/>
        </p:nvSpPr>
        <p:spPr>
          <a:xfrm>
            <a:off x="2638854" y="1516372"/>
            <a:ext cx="2771330" cy="153162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AECE7BE-7A8A-2C9E-F0DE-002F6CA6334D}"/>
              </a:ext>
            </a:extLst>
          </p:cNvPr>
          <p:cNvSpPr/>
          <p:nvPr/>
        </p:nvSpPr>
        <p:spPr>
          <a:xfrm>
            <a:off x="2785958" y="1576378"/>
            <a:ext cx="2476395" cy="23143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3D</a:t>
            </a:r>
            <a:r>
              <a:rPr lang="zh-CN" altLang="en-US" sz="1400" dirty="0">
                <a:solidFill>
                  <a:schemeClr val="tx1"/>
                </a:solidFill>
              </a:rPr>
              <a:t>卷积层</a:t>
            </a:r>
            <a:r>
              <a:rPr lang="en-US" altLang="zh-CN" sz="1400" dirty="0">
                <a:solidFill>
                  <a:schemeClr val="tx1"/>
                </a:solidFill>
              </a:rPr>
              <a:t>(10×112×112×64)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93CF91D-92F0-1851-37A0-EB5DC33732C8}"/>
              </a:ext>
            </a:extLst>
          </p:cNvPr>
          <p:cNvSpPr txBox="1"/>
          <p:nvPr/>
        </p:nvSpPr>
        <p:spPr>
          <a:xfrm>
            <a:off x="3621401" y="0"/>
            <a:ext cx="805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人脸图像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ED8419-1C25-DC6F-E552-6DAF79F9A3AB}"/>
              </a:ext>
            </a:extLst>
          </p:cNvPr>
          <p:cNvSpPr txBox="1"/>
          <p:nvPr/>
        </p:nvSpPr>
        <p:spPr>
          <a:xfrm>
            <a:off x="3361185" y="692991"/>
            <a:ext cx="13266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10×244×244×3</a:t>
            </a:r>
            <a:endParaRPr lang="zh-CN" altLang="en-US" sz="1200" dirty="0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C941EC04-C315-D573-E2AD-1E744A6C3BAD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2500313" y="3234042"/>
            <a:ext cx="2856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E40FEB9-39CA-1EEC-85FC-14F7FE8983C5}"/>
              </a:ext>
            </a:extLst>
          </p:cNvPr>
          <p:cNvCxnSpPr>
            <a:cxnSpLocks/>
          </p:cNvCxnSpPr>
          <p:nvPr/>
        </p:nvCxnSpPr>
        <p:spPr>
          <a:xfrm>
            <a:off x="2500313" y="3234042"/>
            <a:ext cx="0" cy="19296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CC23F6F5-B37B-EA41-0A57-01F50FE0D4FD}"/>
              </a:ext>
            </a:extLst>
          </p:cNvPr>
          <p:cNvSpPr/>
          <p:nvPr/>
        </p:nvSpPr>
        <p:spPr>
          <a:xfrm>
            <a:off x="1325159" y="3880387"/>
            <a:ext cx="2627390" cy="23143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3D</a:t>
            </a:r>
            <a:r>
              <a:rPr lang="zh-CN" altLang="en-US" sz="1400" dirty="0">
                <a:solidFill>
                  <a:schemeClr val="tx1"/>
                </a:solidFill>
              </a:rPr>
              <a:t>平均池化层</a:t>
            </a:r>
            <a:r>
              <a:rPr lang="en-US" altLang="zh-CN" sz="1400" dirty="0">
                <a:solidFill>
                  <a:schemeClr val="tx1"/>
                </a:solidFill>
              </a:rPr>
              <a:t>(10×1×1×1024)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838E4911-CFB3-DB4C-6BC5-0CC9F74A562E}"/>
              </a:ext>
            </a:extLst>
          </p:cNvPr>
          <p:cNvCxnSpPr>
            <a:cxnSpLocks/>
            <a:stCxn id="13" idx="2"/>
            <a:endCxn id="32" idx="0"/>
          </p:cNvCxnSpPr>
          <p:nvPr/>
        </p:nvCxnSpPr>
        <p:spPr>
          <a:xfrm flipH="1">
            <a:off x="4024144" y="1807812"/>
            <a:ext cx="12" cy="16915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830B9BB-BFE9-8930-70D8-720CE51F5CC1}"/>
              </a:ext>
            </a:extLst>
          </p:cNvPr>
          <p:cNvSpPr/>
          <p:nvPr/>
        </p:nvSpPr>
        <p:spPr>
          <a:xfrm>
            <a:off x="2785957" y="1960830"/>
            <a:ext cx="2476395" cy="23143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3D</a:t>
            </a:r>
            <a:r>
              <a:rPr lang="zh-CN" altLang="en-US" sz="1400" dirty="0">
                <a:solidFill>
                  <a:schemeClr val="tx1"/>
                </a:solidFill>
              </a:rPr>
              <a:t>最大池化层</a:t>
            </a:r>
            <a:r>
              <a:rPr lang="en-US" altLang="zh-CN" sz="1400" dirty="0">
                <a:solidFill>
                  <a:schemeClr val="tx1"/>
                </a:solidFill>
              </a:rPr>
              <a:t>(10×55×55×64)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034C1A2-CB4A-E015-C6A2-75E28DC108C4}"/>
              </a:ext>
            </a:extLst>
          </p:cNvPr>
          <p:cNvSpPr/>
          <p:nvPr/>
        </p:nvSpPr>
        <p:spPr>
          <a:xfrm>
            <a:off x="2785956" y="2345008"/>
            <a:ext cx="2476395" cy="2314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3D</a:t>
            </a:r>
            <a:r>
              <a:rPr lang="zh-CN" altLang="en-US" sz="1400" dirty="0">
                <a:solidFill>
                  <a:schemeClr val="tx1"/>
                </a:solidFill>
              </a:rPr>
              <a:t>残差块</a:t>
            </a:r>
            <a:r>
              <a:rPr lang="en-US" altLang="zh-CN" sz="1400" dirty="0">
                <a:solidFill>
                  <a:schemeClr val="tx1"/>
                </a:solidFill>
              </a:rPr>
              <a:t>(10×55×55×256)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B048F9F-D87F-6B2E-28F2-147A86A224B9}"/>
              </a:ext>
            </a:extLst>
          </p:cNvPr>
          <p:cNvSpPr/>
          <p:nvPr/>
        </p:nvSpPr>
        <p:spPr>
          <a:xfrm>
            <a:off x="2785955" y="2729186"/>
            <a:ext cx="2476395" cy="2314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3D</a:t>
            </a:r>
            <a:r>
              <a:rPr lang="zh-CN" altLang="en-US" sz="1400" dirty="0">
                <a:solidFill>
                  <a:schemeClr val="tx1"/>
                </a:solidFill>
              </a:rPr>
              <a:t>残差块</a:t>
            </a:r>
            <a:r>
              <a:rPr lang="en-US" altLang="zh-CN" sz="1400" dirty="0">
                <a:solidFill>
                  <a:schemeClr val="tx1"/>
                </a:solidFill>
              </a:rPr>
              <a:t>(10×28×28×512)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D3B1321-F36A-5D50-6F84-1EFD8B01694F}"/>
              </a:ext>
            </a:extLst>
          </p:cNvPr>
          <p:cNvSpPr/>
          <p:nvPr/>
        </p:nvSpPr>
        <p:spPr>
          <a:xfrm>
            <a:off x="2785946" y="3118325"/>
            <a:ext cx="2476395" cy="2314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3D</a:t>
            </a:r>
            <a:r>
              <a:rPr lang="zh-CN" altLang="en-US" sz="1400" dirty="0">
                <a:solidFill>
                  <a:schemeClr val="tx1"/>
                </a:solidFill>
              </a:rPr>
              <a:t>残差块</a:t>
            </a:r>
            <a:r>
              <a:rPr lang="en-US" altLang="zh-CN" sz="1400" dirty="0">
                <a:solidFill>
                  <a:schemeClr val="tx1"/>
                </a:solidFill>
              </a:rPr>
              <a:t>(10×14×14×1024)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F72B34D-104A-B251-1409-4851DAFD39DF}"/>
              </a:ext>
            </a:extLst>
          </p:cNvPr>
          <p:cNvSpPr/>
          <p:nvPr/>
        </p:nvSpPr>
        <p:spPr>
          <a:xfrm>
            <a:off x="2785946" y="3499356"/>
            <a:ext cx="2476395" cy="2314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3D</a:t>
            </a:r>
            <a:r>
              <a:rPr lang="zh-CN" altLang="en-US" sz="1400" dirty="0">
                <a:solidFill>
                  <a:schemeClr val="tx1"/>
                </a:solidFill>
              </a:rPr>
              <a:t>残差块</a:t>
            </a:r>
            <a:r>
              <a:rPr lang="en-US" altLang="zh-CN" sz="1400" dirty="0">
                <a:solidFill>
                  <a:schemeClr val="tx1"/>
                </a:solidFill>
              </a:rPr>
              <a:t>(10×7×7×2048)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84030BBA-A0B9-6D17-096B-E1B3CEE07D5C}"/>
              </a:ext>
            </a:extLst>
          </p:cNvPr>
          <p:cNvCxnSpPr>
            <a:cxnSpLocks/>
            <a:endCxn id="32" idx="3"/>
          </p:cNvCxnSpPr>
          <p:nvPr/>
        </p:nvCxnSpPr>
        <p:spPr>
          <a:xfrm flipH="1">
            <a:off x="5262341" y="3612028"/>
            <a:ext cx="291948" cy="3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032115C4-ECDA-918B-7DBD-0C1DEBCFF53C}"/>
              </a:ext>
            </a:extLst>
          </p:cNvPr>
          <p:cNvCxnSpPr>
            <a:cxnSpLocks/>
          </p:cNvCxnSpPr>
          <p:nvPr/>
        </p:nvCxnSpPr>
        <p:spPr>
          <a:xfrm>
            <a:off x="5555799" y="3612028"/>
            <a:ext cx="0" cy="15486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3B679DD7-D15D-850B-0721-C117F1C7283E}"/>
              </a:ext>
            </a:extLst>
          </p:cNvPr>
          <p:cNvSpPr/>
          <p:nvPr/>
        </p:nvSpPr>
        <p:spPr>
          <a:xfrm>
            <a:off x="4096489" y="3880387"/>
            <a:ext cx="2627390" cy="23143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3D</a:t>
            </a:r>
            <a:r>
              <a:rPr lang="zh-CN" altLang="en-US" sz="1400" dirty="0">
                <a:solidFill>
                  <a:schemeClr val="tx1"/>
                </a:solidFill>
              </a:rPr>
              <a:t>平均池化层</a:t>
            </a:r>
            <a:r>
              <a:rPr lang="en-US" altLang="zh-CN" sz="1400" dirty="0">
                <a:solidFill>
                  <a:schemeClr val="tx1"/>
                </a:solidFill>
              </a:rPr>
              <a:t>(10×1×1×2048)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9A4AA4ED-5BCD-75D3-D18A-7BA6BE264EA5}"/>
              </a:ext>
            </a:extLst>
          </p:cNvPr>
          <p:cNvSpPr/>
          <p:nvPr/>
        </p:nvSpPr>
        <p:spPr>
          <a:xfrm>
            <a:off x="4104293" y="4270644"/>
            <a:ext cx="2627390" cy="23143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重塑层</a:t>
            </a:r>
            <a:r>
              <a:rPr lang="en-US" altLang="zh-CN" sz="1400" dirty="0">
                <a:solidFill>
                  <a:schemeClr val="tx1"/>
                </a:solidFill>
              </a:rPr>
              <a:t>(10×2048)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098AEBB7-8938-8E82-73AF-9FA95F2F64A4}"/>
              </a:ext>
            </a:extLst>
          </p:cNvPr>
          <p:cNvSpPr/>
          <p:nvPr/>
        </p:nvSpPr>
        <p:spPr>
          <a:xfrm>
            <a:off x="1321256" y="4270644"/>
            <a:ext cx="2627390" cy="23143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重塑层</a:t>
            </a:r>
            <a:r>
              <a:rPr lang="en-US" altLang="zh-CN" sz="1400" dirty="0">
                <a:solidFill>
                  <a:schemeClr val="tx1"/>
                </a:solidFill>
              </a:rPr>
              <a:t>(10×1024)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84257571-7A96-3F09-239E-4F41F5569288}"/>
              </a:ext>
            </a:extLst>
          </p:cNvPr>
          <p:cNvSpPr/>
          <p:nvPr/>
        </p:nvSpPr>
        <p:spPr>
          <a:xfrm>
            <a:off x="1329434" y="4659389"/>
            <a:ext cx="2627390" cy="23143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TCN(128)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DB720355-C5DA-7948-F001-3D29ABE29BE1}"/>
              </a:ext>
            </a:extLst>
          </p:cNvPr>
          <p:cNvSpPr/>
          <p:nvPr/>
        </p:nvSpPr>
        <p:spPr>
          <a:xfrm>
            <a:off x="4104293" y="4659389"/>
            <a:ext cx="2627390" cy="23143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TCN(128)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15C9793D-A779-82F2-E8AB-B8D364AB7CB9}"/>
              </a:ext>
            </a:extLst>
          </p:cNvPr>
          <p:cNvSpPr/>
          <p:nvPr/>
        </p:nvSpPr>
        <p:spPr>
          <a:xfrm>
            <a:off x="2710448" y="5048022"/>
            <a:ext cx="2627390" cy="23143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特征融合层</a:t>
            </a:r>
            <a:r>
              <a:rPr lang="en-US" altLang="zh-CN" sz="1400" dirty="0">
                <a:solidFill>
                  <a:schemeClr val="tx1"/>
                </a:solidFill>
              </a:rPr>
              <a:t>(64)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B004E8BF-901C-363C-12E5-B20AEDB4859D}"/>
              </a:ext>
            </a:extLst>
          </p:cNvPr>
          <p:cNvCxnSpPr>
            <a:cxnSpLocks/>
            <a:stCxn id="61" idx="1"/>
          </p:cNvCxnSpPr>
          <p:nvPr/>
        </p:nvCxnSpPr>
        <p:spPr>
          <a:xfrm flipH="1">
            <a:off x="2500313" y="5163739"/>
            <a:ext cx="2101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213C62B0-42A4-414F-9A5F-717212D02264}"/>
              </a:ext>
            </a:extLst>
          </p:cNvPr>
          <p:cNvCxnSpPr>
            <a:cxnSpLocks/>
          </p:cNvCxnSpPr>
          <p:nvPr/>
        </p:nvCxnSpPr>
        <p:spPr>
          <a:xfrm flipH="1">
            <a:off x="5344154" y="5163739"/>
            <a:ext cx="2101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AC6E5615-9542-EE28-FC89-70DFAF879D90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4024143" y="5279456"/>
            <a:ext cx="1" cy="149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8AE2DA5D-0003-E0C9-4ABC-2CFCD055BC75}"/>
              </a:ext>
            </a:extLst>
          </p:cNvPr>
          <p:cNvSpPr/>
          <p:nvPr/>
        </p:nvSpPr>
        <p:spPr>
          <a:xfrm>
            <a:off x="2710448" y="5429053"/>
            <a:ext cx="2627390" cy="23143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全连接层</a:t>
            </a:r>
            <a:r>
              <a:rPr lang="en-US" altLang="zh-CN" sz="1400" dirty="0">
                <a:solidFill>
                  <a:schemeClr val="tx1"/>
                </a:solidFill>
              </a:rPr>
              <a:t>+</a:t>
            </a:r>
            <a:r>
              <a:rPr lang="en-US" altLang="zh-CN" sz="1400" dirty="0" err="1">
                <a:solidFill>
                  <a:schemeClr val="tx1"/>
                </a:solidFill>
              </a:rPr>
              <a:t>Softmax</a:t>
            </a:r>
            <a:r>
              <a:rPr lang="en-US" altLang="zh-CN" sz="1400" dirty="0">
                <a:solidFill>
                  <a:schemeClr val="tx1"/>
                </a:solidFill>
              </a:rPr>
              <a:t>(6/3/2)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D2DA6A71-481D-01E3-A305-F59B521606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067" y="234055"/>
            <a:ext cx="504000" cy="504000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19AE079D-180F-BF21-87D6-B59AD5D445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646" y="238580"/>
            <a:ext cx="504000" cy="504000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0DCCFF6D-EE53-381B-EC1F-B28B29233E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620" y="234055"/>
            <a:ext cx="504000" cy="504000"/>
          </a:xfrm>
          <a:prstGeom prst="rect">
            <a:avLst/>
          </a:prstGeom>
        </p:spPr>
      </p:pic>
      <p:sp>
        <p:nvSpPr>
          <p:cNvPr id="81" name="文本框 80">
            <a:extLst>
              <a:ext uri="{FF2B5EF4-FFF2-40B4-BE49-F238E27FC236}">
                <a16:creationId xmlns:a16="http://schemas.microsoft.com/office/drawing/2014/main" id="{147774D2-AB25-6FD0-7C7B-99A91C7B1CED}"/>
              </a:ext>
            </a:extLst>
          </p:cNvPr>
          <p:cNvSpPr txBox="1"/>
          <p:nvPr/>
        </p:nvSpPr>
        <p:spPr>
          <a:xfrm>
            <a:off x="4116754" y="400217"/>
            <a:ext cx="458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….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3378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1659B-8A19-C005-9A7A-CE1AD257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AA1DB7A-DE8A-7677-8674-6B662B56E7D7}"/>
              </a:ext>
            </a:extLst>
          </p:cNvPr>
          <p:cNvSpPr/>
          <p:nvPr/>
        </p:nvSpPr>
        <p:spPr>
          <a:xfrm>
            <a:off x="2797450" y="34925"/>
            <a:ext cx="2451853" cy="916753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39D856A-096D-1077-D302-75101600163A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4023377" y="951678"/>
            <a:ext cx="1142" cy="4319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071A3041-2B08-98E7-3EE2-C5D05CA24E91}"/>
              </a:ext>
            </a:extLst>
          </p:cNvPr>
          <p:cNvSpPr/>
          <p:nvPr/>
        </p:nvSpPr>
        <p:spPr>
          <a:xfrm>
            <a:off x="2645879" y="1383617"/>
            <a:ext cx="2757280" cy="4359959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B30F71A-7BD7-E092-0659-D54E2EBEFEFE}"/>
              </a:ext>
            </a:extLst>
          </p:cNvPr>
          <p:cNvSpPr/>
          <p:nvPr/>
        </p:nvSpPr>
        <p:spPr>
          <a:xfrm>
            <a:off x="2797452" y="1498060"/>
            <a:ext cx="2476395" cy="23143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3D</a:t>
            </a:r>
            <a:r>
              <a:rPr lang="zh-CN" altLang="en-US" sz="1400" dirty="0">
                <a:solidFill>
                  <a:schemeClr val="tx1"/>
                </a:solidFill>
              </a:rPr>
              <a:t>卷积层</a:t>
            </a:r>
            <a:r>
              <a:rPr lang="en-US" altLang="zh-CN" sz="1400" dirty="0">
                <a:solidFill>
                  <a:schemeClr val="tx1"/>
                </a:solidFill>
              </a:rPr>
              <a:t>(60×44×44×64)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0E98B35-99ED-8FBA-B2FE-AAA55206C166}"/>
              </a:ext>
            </a:extLst>
          </p:cNvPr>
          <p:cNvSpPr txBox="1"/>
          <p:nvPr/>
        </p:nvSpPr>
        <p:spPr>
          <a:xfrm>
            <a:off x="3636227" y="0"/>
            <a:ext cx="805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嘴唇图像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9D375B6-2FB2-9A1C-6B24-17960BAC7D01}"/>
              </a:ext>
            </a:extLst>
          </p:cNvPr>
          <p:cNvSpPr txBox="1"/>
          <p:nvPr/>
        </p:nvSpPr>
        <p:spPr>
          <a:xfrm>
            <a:off x="3491481" y="699301"/>
            <a:ext cx="10660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60×88×88×3</a:t>
            </a:r>
            <a:endParaRPr lang="zh-CN" altLang="en-US" sz="1200" dirty="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0DFF6B90-664E-6C22-4D4F-8E900E48E23A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>
            <a:off x="4035650" y="1729494"/>
            <a:ext cx="1939" cy="36682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E17CC31-91BA-6921-E7CE-75F7E9AA4F97}"/>
              </a:ext>
            </a:extLst>
          </p:cNvPr>
          <p:cNvSpPr/>
          <p:nvPr/>
        </p:nvSpPr>
        <p:spPr>
          <a:xfrm>
            <a:off x="2793537" y="1890493"/>
            <a:ext cx="2476395" cy="23143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3D</a:t>
            </a:r>
            <a:r>
              <a:rPr lang="zh-CN" altLang="en-US" sz="1400" dirty="0">
                <a:solidFill>
                  <a:schemeClr val="tx1"/>
                </a:solidFill>
              </a:rPr>
              <a:t>最大池化层</a:t>
            </a:r>
            <a:r>
              <a:rPr lang="en-US" altLang="zh-CN" sz="1400" dirty="0">
                <a:solidFill>
                  <a:schemeClr val="tx1"/>
                </a:solidFill>
              </a:rPr>
              <a:t>(60×21×21×64)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4A90BC9-6605-7FCF-A1AB-73EDC9EC8794}"/>
              </a:ext>
            </a:extLst>
          </p:cNvPr>
          <p:cNvSpPr/>
          <p:nvPr/>
        </p:nvSpPr>
        <p:spPr>
          <a:xfrm>
            <a:off x="2797450" y="2266690"/>
            <a:ext cx="2476395" cy="2314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3D</a:t>
            </a:r>
            <a:r>
              <a:rPr lang="zh-CN" altLang="en-US" sz="1400" dirty="0">
                <a:solidFill>
                  <a:schemeClr val="tx1"/>
                </a:solidFill>
              </a:rPr>
              <a:t>残差块</a:t>
            </a:r>
            <a:r>
              <a:rPr lang="en-US" altLang="zh-CN" sz="1400" dirty="0">
                <a:solidFill>
                  <a:schemeClr val="tx1"/>
                </a:solidFill>
              </a:rPr>
              <a:t>(60×21×21×64)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AB628C1-DBE7-527C-D19E-88353F8F579A}"/>
              </a:ext>
            </a:extLst>
          </p:cNvPr>
          <p:cNvSpPr/>
          <p:nvPr/>
        </p:nvSpPr>
        <p:spPr>
          <a:xfrm>
            <a:off x="2785960" y="2666019"/>
            <a:ext cx="2476395" cy="2314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3D</a:t>
            </a:r>
            <a:r>
              <a:rPr lang="zh-CN" altLang="en-US" sz="1400" dirty="0">
                <a:solidFill>
                  <a:schemeClr val="tx1"/>
                </a:solidFill>
              </a:rPr>
              <a:t>残差块</a:t>
            </a:r>
            <a:r>
              <a:rPr lang="en-US" altLang="zh-CN" sz="1400" dirty="0">
                <a:solidFill>
                  <a:schemeClr val="tx1"/>
                </a:solidFill>
              </a:rPr>
              <a:t>(60×11×11×128)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34933CC-F6D4-288F-CD07-563528ED92DA}"/>
              </a:ext>
            </a:extLst>
          </p:cNvPr>
          <p:cNvSpPr/>
          <p:nvPr/>
        </p:nvSpPr>
        <p:spPr>
          <a:xfrm>
            <a:off x="2797440" y="3040007"/>
            <a:ext cx="2476395" cy="2314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3D</a:t>
            </a:r>
            <a:r>
              <a:rPr lang="zh-CN" altLang="en-US" sz="1400" dirty="0">
                <a:solidFill>
                  <a:schemeClr val="tx1"/>
                </a:solidFill>
              </a:rPr>
              <a:t>残差块</a:t>
            </a:r>
            <a:r>
              <a:rPr lang="en-US" altLang="zh-CN" sz="1400" dirty="0">
                <a:solidFill>
                  <a:schemeClr val="tx1"/>
                </a:solidFill>
              </a:rPr>
              <a:t>(60×6×6×256)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EF422F0-7EAD-6943-F420-97574540FDE6}"/>
              </a:ext>
            </a:extLst>
          </p:cNvPr>
          <p:cNvSpPr/>
          <p:nvPr/>
        </p:nvSpPr>
        <p:spPr>
          <a:xfrm>
            <a:off x="2797439" y="3435627"/>
            <a:ext cx="2476395" cy="2314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3D</a:t>
            </a:r>
            <a:r>
              <a:rPr lang="zh-CN" altLang="en-US" sz="1400" dirty="0">
                <a:solidFill>
                  <a:schemeClr val="tx1"/>
                </a:solidFill>
              </a:rPr>
              <a:t>残差块</a:t>
            </a:r>
            <a:r>
              <a:rPr lang="en-US" altLang="zh-CN" sz="1400" dirty="0">
                <a:solidFill>
                  <a:schemeClr val="tx1"/>
                </a:solidFill>
              </a:rPr>
              <a:t>(60×3×3×512)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05FE01B5-935B-2598-EF80-619C667D2AB6}"/>
              </a:ext>
            </a:extLst>
          </p:cNvPr>
          <p:cNvSpPr/>
          <p:nvPr/>
        </p:nvSpPr>
        <p:spPr>
          <a:xfrm>
            <a:off x="2797440" y="4225339"/>
            <a:ext cx="2472492" cy="23143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重塑层</a:t>
            </a:r>
            <a:r>
              <a:rPr lang="en-US" altLang="zh-CN" sz="1400" dirty="0">
                <a:solidFill>
                  <a:schemeClr val="tx1"/>
                </a:solidFill>
              </a:rPr>
              <a:t>(60×512)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A9B82C9E-AF7E-5D5F-7B44-74ED2C773CCE}"/>
              </a:ext>
            </a:extLst>
          </p:cNvPr>
          <p:cNvSpPr/>
          <p:nvPr/>
        </p:nvSpPr>
        <p:spPr>
          <a:xfrm>
            <a:off x="2797440" y="4624794"/>
            <a:ext cx="2472492" cy="23143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</a:rPr>
              <a:t>BiLSTM</a:t>
            </a:r>
            <a:r>
              <a:rPr lang="en-US" altLang="zh-CN" sz="1400" dirty="0">
                <a:solidFill>
                  <a:schemeClr val="tx1"/>
                </a:solidFill>
              </a:rPr>
              <a:t>(60×1024)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D475373-B01D-54C3-0B3A-E8044837D8A0}"/>
              </a:ext>
            </a:extLst>
          </p:cNvPr>
          <p:cNvSpPr/>
          <p:nvPr/>
        </p:nvSpPr>
        <p:spPr>
          <a:xfrm>
            <a:off x="2801343" y="3835082"/>
            <a:ext cx="2472492" cy="23143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3D</a:t>
            </a:r>
            <a:r>
              <a:rPr lang="zh-CN" altLang="en-US" sz="1400" dirty="0">
                <a:solidFill>
                  <a:schemeClr val="tx1"/>
                </a:solidFill>
              </a:rPr>
              <a:t>平均池化层</a:t>
            </a:r>
            <a:r>
              <a:rPr lang="en-US" altLang="zh-CN" sz="1400" dirty="0">
                <a:solidFill>
                  <a:schemeClr val="tx1"/>
                </a:solidFill>
              </a:rPr>
              <a:t>(60×1×1×512)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E8F8169-98C5-8D58-D3C6-9F0F6B3594C2}"/>
              </a:ext>
            </a:extLst>
          </p:cNvPr>
          <p:cNvSpPr/>
          <p:nvPr/>
        </p:nvSpPr>
        <p:spPr>
          <a:xfrm>
            <a:off x="2799391" y="5010205"/>
            <a:ext cx="2472492" cy="23143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</a:rPr>
              <a:t>BiLSTM</a:t>
            </a:r>
            <a:r>
              <a:rPr lang="en-US" altLang="zh-CN" sz="1400" dirty="0">
                <a:solidFill>
                  <a:schemeClr val="tx1"/>
                </a:solidFill>
              </a:rPr>
              <a:t>(60×1024)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397DDC0-4D1A-202F-264D-12D576679543}"/>
              </a:ext>
            </a:extLst>
          </p:cNvPr>
          <p:cNvSpPr/>
          <p:nvPr/>
        </p:nvSpPr>
        <p:spPr>
          <a:xfrm>
            <a:off x="2801343" y="5397750"/>
            <a:ext cx="2472492" cy="23143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全连接层</a:t>
            </a:r>
            <a:r>
              <a:rPr lang="en-US" altLang="zh-CN" sz="1400" dirty="0">
                <a:solidFill>
                  <a:schemeClr val="tx1"/>
                </a:solidFill>
              </a:rPr>
              <a:t>+</a:t>
            </a:r>
            <a:r>
              <a:rPr lang="en-US" altLang="zh-CN" sz="1400" dirty="0" err="1">
                <a:solidFill>
                  <a:schemeClr val="tx1"/>
                </a:solidFill>
              </a:rPr>
              <a:t>Softmax</a:t>
            </a:r>
            <a:r>
              <a:rPr lang="en-US" altLang="zh-CN" sz="1400" dirty="0">
                <a:solidFill>
                  <a:schemeClr val="tx1"/>
                </a:solidFill>
              </a:rPr>
              <a:t>(2/12/14)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1EE8DBDE-7865-36A3-61CC-BECFDB964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899" y="234055"/>
            <a:ext cx="504000" cy="50400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01FF3679-2EFF-A7CC-BBA2-86706C15E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152" y="236150"/>
            <a:ext cx="504000" cy="504000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C59D5509-E372-D3CC-0EC5-C554F174CD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347" y="241301"/>
            <a:ext cx="504000" cy="504000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6A25BAE1-C0CC-FDA9-65B6-8822A99161CD}"/>
              </a:ext>
            </a:extLst>
          </p:cNvPr>
          <p:cNvSpPr txBox="1"/>
          <p:nvPr/>
        </p:nvSpPr>
        <p:spPr>
          <a:xfrm>
            <a:off x="4104711" y="394573"/>
            <a:ext cx="458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….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4056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21BAED9-76CB-3D0B-8D52-72E58CDE14B2}"/>
              </a:ext>
            </a:extLst>
          </p:cNvPr>
          <p:cNvCxnSpPr>
            <a:cxnSpLocks/>
          </p:cNvCxnSpPr>
          <p:nvPr/>
        </p:nvCxnSpPr>
        <p:spPr>
          <a:xfrm>
            <a:off x="2387794" y="2856212"/>
            <a:ext cx="0" cy="376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62D5235B-E0C1-F8B8-D742-B6FA645B4239}"/>
              </a:ext>
            </a:extLst>
          </p:cNvPr>
          <p:cNvSpPr txBox="1"/>
          <p:nvPr/>
        </p:nvSpPr>
        <p:spPr>
          <a:xfrm>
            <a:off x="4000386" y="730550"/>
            <a:ext cx="14137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视觉语音信号</a:t>
            </a:r>
            <a:endParaRPr lang="en-US" altLang="zh-CN" sz="1200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1CED737-437E-C79C-2D74-24E3683D36C7}"/>
              </a:ext>
            </a:extLst>
          </p:cNvPr>
          <p:cNvCxnSpPr>
            <a:cxnSpLocks/>
          </p:cNvCxnSpPr>
          <p:nvPr/>
        </p:nvCxnSpPr>
        <p:spPr>
          <a:xfrm>
            <a:off x="4717376" y="976686"/>
            <a:ext cx="3050" cy="1771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320B106-9F06-378F-1CE5-9EC2DF414ABC}"/>
              </a:ext>
            </a:extLst>
          </p:cNvPr>
          <p:cNvSpPr/>
          <p:nvPr/>
        </p:nvSpPr>
        <p:spPr>
          <a:xfrm>
            <a:off x="4013547" y="1153851"/>
            <a:ext cx="1413760" cy="249576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CC8C48-0CCE-E4F7-0260-80422497FFA3}"/>
              </a:ext>
            </a:extLst>
          </p:cNvPr>
          <p:cNvSpPr txBox="1"/>
          <p:nvPr/>
        </p:nvSpPr>
        <p:spPr>
          <a:xfrm>
            <a:off x="4397950" y="1139818"/>
            <a:ext cx="12070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预处理</a:t>
            </a:r>
            <a:endParaRPr lang="en-US" altLang="zh-CN" sz="1200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D9172C4-A335-3889-235E-8C52B0203A1F}"/>
              </a:ext>
            </a:extLst>
          </p:cNvPr>
          <p:cNvCxnSpPr>
            <a:cxnSpLocks/>
          </p:cNvCxnSpPr>
          <p:nvPr/>
        </p:nvCxnSpPr>
        <p:spPr>
          <a:xfrm>
            <a:off x="4717377" y="1403427"/>
            <a:ext cx="0" cy="6193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AA228F6-10EF-7C0C-AA3C-79321C79E3E0}"/>
              </a:ext>
            </a:extLst>
          </p:cNvPr>
          <p:cNvCxnSpPr>
            <a:cxnSpLocks/>
          </p:cNvCxnSpPr>
          <p:nvPr/>
        </p:nvCxnSpPr>
        <p:spPr>
          <a:xfrm>
            <a:off x="2387795" y="1598789"/>
            <a:ext cx="505704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86B9A0C-02C4-4930-0D43-C5C5C64FB6A4}"/>
              </a:ext>
            </a:extLst>
          </p:cNvPr>
          <p:cNvCxnSpPr>
            <a:cxnSpLocks/>
          </p:cNvCxnSpPr>
          <p:nvPr/>
        </p:nvCxnSpPr>
        <p:spPr>
          <a:xfrm>
            <a:off x="2391735" y="1598789"/>
            <a:ext cx="0" cy="4239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DB8A448-E43F-E9F4-90A6-AA2E173907C9}"/>
              </a:ext>
            </a:extLst>
          </p:cNvPr>
          <p:cNvCxnSpPr>
            <a:cxnSpLocks/>
          </p:cNvCxnSpPr>
          <p:nvPr/>
        </p:nvCxnSpPr>
        <p:spPr>
          <a:xfrm>
            <a:off x="7432767" y="1607175"/>
            <a:ext cx="0" cy="4239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AE698F1D-C2B6-3751-A9CE-2EBFE09930A5}"/>
              </a:ext>
            </a:extLst>
          </p:cNvPr>
          <p:cNvSpPr/>
          <p:nvPr/>
        </p:nvSpPr>
        <p:spPr>
          <a:xfrm>
            <a:off x="2009539" y="2031138"/>
            <a:ext cx="820021" cy="249576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608A5B9-19B9-8A78-D577-EA0D5B986066}"/>
              </a:ext>
            </a:extLst>
          </p:cNvPr>
          <p:cNvSpPr txBox="1"/>
          <p:nvPr/>
        </p:nvSpPr>
        <p:spPr>
          <a:xfrm>
            <a:off x="2150892" y="2031138"/>
            <a:ext cx="5468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唤醒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756B644-8B09-07AB-0348-B6186B11B35F}"/>
              </a:ext>
            </a:extLst>
          </p:cNvPr>
          <p:cNvSpPr/>
          <p:nvPr/>
        </p:nvSpPr>
        <p:spPr>
          <a:xfrm>
            <a:off x="4317852" y="2034160"/>
            <a:ext cx="820021" cy="249576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8D4C51-E86C-6730-43E7-466DF486A335}"/>
              </a:ext>
            </a:extLst>
          </p:cNvPr>
          <p:cNvSpPr txBox="1"/>
          <p:nvPr/>
        </p:nvSpPr>
        <p:spPr>
          <a:xfrm>
            <a:off x="4459205" y="2034160"/>
            <a:ext cx="5468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干扰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1B1343-FC3B-9826-86CC-20EB8D68F434}"/>
              </a:ext>
            </a:extLst>
          </p:cNvPr>
          <p:cNvSpPr/>
          <p:nvPr/>
        </p:nvSpPr>
        <p:spPr>
          <a:xfrm>
            <a:off x="7033036" y="2048415"/>
            <a:ext cx="820021" cy="249576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6881F51-64A9-B303-DAF1-5B67C0296D9E}"/>
              </a:ext>
            </a:extLst>
          </p:cNvPr>
          <p:cNvSpPr txBox="1"/>
          <p:nvPr/>
        </p:nvSpPr>
        <p:spPr>
          <a:xfrm>
            <a:off x="7174389" y="2048415"/>
            <a:ext cx="5468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动机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1FD6DF-7B73-0CEE-5028-7D108AD2E808}"/>
              </a:ext>
            </a:extLst>
          </p:cNvPr>
          <p:cNvSpPr/>
          <p:nvPr/>
        </p:nvSpPr>
        <p:spPr>
          <a:xfrm>
            <a:off x="1442122" y="2474870"/>
            <a:ext cx="1891346" cy="126560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632926E-0261-F521-8AB6-7BE68D45472A}"/>
              </a:ext>
            </a:extLst>
          </p:cNvPr>
          <p:cNvCxnSpPr>
            <a:cxnSpLocks/>
          </p:cNvCxnSpPr>
          <p:nvPr/>
        </p:nvCxnSpPr>
        <p:spPr>
          <a:xfrm flipH="1">
            <a:off x="2387795" y="2283202"/>
            <a:ext cx="3940" cy="1891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2865F56A-4B95-3FA0-658F-23ECD68E77A6}"/>
              </a:ext>
            </a:extLst>
          </p:cNvPr>
          <p:cNvSpPr txBox="1"/>
          <p:nvPr/>
        </p:nvSpPr>
        <p:spPr>
          <a:xfrm>
            <a:off x="1430378" y="2463495"/>
            <a:ext cx="7035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高唤醒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2518812-C714-337A-6DB0-F6553A2BBEAE}"/>
              </a:ext>
            </a:extLst>
          </p:cNvPr>
          <p:cNvSpPr txBox="1"/>
          <p:nvPr/>
        </p:nvSpPr>
        <p:spPr>
          <a:xfrm>
            <a:off x="2053986" y="2474842"/>
            <a:ext cx="6845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中唤醒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ED7F1B5-EF94-9CE4-D3F5-ACA1D515264F}"/>
              </a:ext>
            </a:extLst>
          </p:cNvPr>
          <p:cNvSpPr txBox="1"/>
          <p:nvPr/>
        </p:nvSpPr>
        <p:spPr>
          <a:xfrm>
            <a:off x="2674425" y="2474841"/>
            <a:ext cx="657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低唤醒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D262C9F9-8162-A765-72C7-BD002E86466E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1783790" y="2812329"/>
            <a:ext cx="571" cy="2870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E7C15F58-03BD-BA6F-5020-079E974F5EA9}"/>
              </a:ext>
            </a:extLst>
          </p:cNvPr>
          <p:cNvSpPr/>
          <p:nvPr/>
        </p:nvSpPr>
        <p:spPr>
          <a:xfrm>
            <a:off x="1564121" y="2731829"/>
            <a:ext cx="426103" cy="2314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D982978-F62F-E2B9-93A7-02F35B226B24}"/>
              </a:ext>
            </a:extLst>
          </p:cNvPr>
          <p:cNvSpPr/>
          <p:nvPr/>
        </p:nvSpPr>
        <p:spPr>
          <a:xfrm>
            <a:off x="1571309" y="3099411"/>
            <a:ext cx="426103" cy="23143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8A123E5-AFE3-91F2-F9C8-527BC4BCB364}"/>
              </a:ext>
            </a:extLst>
          </p:cNvPr>
          <p:cNvCxnSpPr>
            <a:cxnSpLocks/>
          </p:cNvCxnSpPr>
          <p:nvPr/>
        </p:nvCxnSpPr>
        <p:spPr>
          <a:xfrm>
            <a:off x="2999680" y="2819004"/>
            <a:ext cx="0" cy="3961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795C977F-8784-A6ED-E16D-47CF29BC6952}"/>
              </a:ext>
            </a:extLst>
          </p:cNvPr>
          <p:cNvSpPr/>
          <p:nvPr/>
        </p:nvSpPr>
        <p:spPr>
          <a:xfrm>
            <a:off x="2178684" y="2737143"/>
            <a:ext cx="426103" cy="23143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SU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D817E07-B30A-7BD5-1EFB-0BEEEE80A6D9}"/>
              </a:ext>
            </a:extLst>
          </p:cNvPr>
          <p:cNvSpPr/>
          <p:nvPr/>
        </p:nvSpPr>
        <p:spPr>
          <a:xfrm>
            <a:off x="2183194" y="3099411"/>
            <a:ext cx="426103" cy="23143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HA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C55B9B3-B676-B272-1DBB-25E4DB52118A}"/>
              </a:ext>
            </a:extLst>
          </p:cNvPr>
          <p:cNvSpPr/>
          <p:nvPr/>
        </p:nvSpPr>
        <p:spPr>
          <a:xfrm>
            <a:off x="2795648" y="3099411"/>
            <a:ext cx="426103" cy="2314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NE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BB11063F-EC29-2029-D916-C5F6ED7CBE69}"/>
              </a:ext>
            </a:extLst>
          </p:cNvPr>
          <p:cNvSpPr/>
          <p:nvPr/>
        </p:nvSpPr>
        <p:spPr>
          <a:xfrm>
            <a:off x="2786629" y="2740495"/>
            <a:ext cx="426103" cy="23143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B7C009F-E6A6-6C57-5ACE-B83304192DFF}"/>
              </a:ext>
            </a:extLst>
          </p:cNvPr>
          <p:cNvSpPr/>
          <p:nvPr/>
        </p:nvSpPr>
        <p:spPr>
          <a:xfrm>
            <a:off x="3494388" y="2479100"/>
            <a:ext cx="2414313" cy="95375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6C39B495-D1E0-9F52-42BC-54CF6665F8B0}"/>
              </a:ext>
            </a:extLst>
          </p:cNvPr>
          <p:cNvCxnSpPr>
            <a:cxnSpLocks/>
          </p:cNvCxnSpPr>
          <p:nvPr/>
        </p:nvCxnSpPr>
        <p:spPr>
          <a:xfrm>
            <a:off x="4720587" y="2294133"/>
            <a:ext cx="3050" cy="1771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704DA71B-A56F-08D8-4D3B-5B07ECC1938B}"/>
              </a:ext>
            </a:extLst>
          </p:cNvPr>
          <p:cNvSpPr txBox="1"/>
          <p:nvPr/>
        </p:nvSpPr>
        <p:spPr>
          <a:xfrm>
            <a:off x="3638203" y="2463496"/>
            <a:ext cx="4660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A</a:t>
            </a:r>
            <a:r>
              <a:rPr lang="zh-CN" altLang="en-US" sz="1200" dirty="0"/>
              <a:t>型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66988B30-BBAE-AEDA-16AC-69A8B61F13FD}"/>
              </a:ext>
            </a:extLst>
          </p:cNvPr>
          <p:cNvCxnSpPr>
            <a:cxnSpLocks/>
          </p:cNvCxnSpPr>
          <p:nvPr/>
        </p:nvCxnSpPr>
        <p:spPr>
          <a:xfrm>
            <a:off x="3836056" y="2816558"/>
            <a:ext cx="0" cy="376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BC06EE4-F07B-E0E5-95C1-D45449CF68DF}"/>
              </a:ext>
            </a:extLst>
          </p:cNvPr>
          <p:cNvSpPr/>
          <p:nvPr/>
        </p:nvSpPr>
        <p:spPr>
          <a:xfrm>
            <a:off x="3623005" y="2737127"/>
            <a:ext cx="426103" cy="23143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HA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A931A8EA-B8CA-7E3A-4D40-9912F6378466}"/>
              </a:ext>
            </a:extLst>
          </p:cNvPr>
          <p:cNvSpPr/>
          <p:nvPr/>
        </p:nvSpPr>
        <p:spPr>
          <a:xfrm>
            <a:off x="3623005" y="3077289"/>
            <a:ext cx="426103" cy="23143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SU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D655ACD-D1DF-C1E1-5C0C-B3BCB3519441}"/>
              </a:ext>
            </a:extLst>
          </p:cNvPr>
          <p:cNvSpPr txBox="1"/>
          <p:nvPr/>
        </p:nvSpPr>
        <p:spPr>
          <a:xfrm>
            <a:off x="4214927" y="2472796"/>
            <a:ext cx="5163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B</a:t>
            </a:r>
            <a:r>
              <a:rPr lang="zh-CN" altLang="en-US" sz="1200" dirty="0"/>
              <a:t>型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C0AAE44D-BFB4-E2AA-54F5-A0D98790007D}"/>
              </a:ext>
            </a:extLst>
          </p:cNvPr>
          <p:cNvSpPr/>
          <p:nvPr/>
        </p:nvSpPr>
        <p:spPr>
          <a:xfrm>
            <a:off x="4199741" y="2737127"/>
            <a:ext cx="426103" cy="23143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9AE9FAA-B03A-7965-6870-002B0201584A}"/>
              </a:ext>
            </a:extLst>
          </p:cNvPr>
          <p:cNvSpPr txBox="1"/>
          <p:nvPr/>
        </p:nvSpPr>
        <p:spPr>
          <a:xfrm>
            <a:off x="4804025" y="2463495"/>
            <a:ext cx="447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C</a:t>
            </a:r>
            <a:r>
              <a:rPr lang="zh-CN" altLang="en-US" sz="1200" dirty="0"/>
              <a:t>型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82B35F98-AD85-8F0D-6CA5-06CAFFA9117F}"/>
              </a:ext>
            </a:extLst>
          </p:cNvPr>
          <p:cNvCxnSpPr>
            <a:cxnSpLocks/>
          </p:cNvCxnSpPr>
          <p:nvPr/>
        </p:nvCxnSpPr>
        <p:spPr>
          <a:xfrm>
            <a:off x="5001461" y="2815584"/>
            <a:ext cx="0" cy="376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1596E88-FD61-7309-4440-D7A5DB46A62F}"/>
              </a:ext>
            </a:extLst>
          </p:cNvPr>
          <p:cNvSpPr/>
          <p:nvPr/>
        </p:nvSpPr>
        <p:spPr>
          <a:xfrm>
            <a:off x="4788410" y="2736153"/>
            <a:ext cx="426103" cy="23143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BEA019E8-C80F-15D9-51CC-862665100D05}"/>
              </a:ext>
            </a:extLst>
          </p:cNvPr>
          <p:cNvSpPr/>
          <p:nvPr/>
        </p:nvSpPr>
        <p:spPr>
          <a:xfrm>
            <a:off x="4788410" y="3076315"/>
            <a:ext cx="426103" cy="2314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3EE5CE8-8D43-28F0-F0E3-9E3526573CA3}"/>
              </a:ext>
            </a:extLst>
          </p:cNvPr>
          <p:cNvSpPr txBox="1"/>
          <p:nvPr/>
        </p:nvSpPr>
        <p:spPr>
          <a:xfrm>
            <a:off x="5354820" y="2463495"/>
            <a:ext cx="4758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N</a:t>
            </a:r>
            <a:r>
              <a:rPr lang="zh-CN" altLang="en-US" sz="1200" dirty="0"/>
              <a:t>型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7ECD7051-6307-2F0E-5D3A-F30FE0332D6E}"/>
              </a:ext>
            </a:extLst>
          </p:cNvPr>
          <p:cNvSpPr/>
          <p:nvPr/>
        </p:nvSpPr>
        <p:spPr>
          <a:xfrm>
            <a:off x="5365146" y="2736153"/>
            <a:ext cx="426103" cy="2314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NE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64A81FC-1BDB-D9C3-7D57-57637EF20A38}"/>
              </a:ext>
            </a:extLst>
          </p:cNvPr>
          <p:cNvSpPr/>
          <p:nvPr/>
        </p:nvSpPr>
        <p:spPr>
          <a:xfrm>
            <a:off x="6069621" y="2479100"/>
            <a:ext cx="2707629" cy="953758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3CC380B6-DC64-3DF4-81A9-66186808DD29}"/>
              </a:ext>
            </a:extLst>
          </p:cNvPr>
          <p:cNvCxnSpPr>
            <a:cxnSpLocks/>
          </p:cNvCxnSpPr>
          <p:nvPr/>
        </p:nvCxnSpPr>
        <p:spPr>
          <a:xfrm>
            <a:off x="7432767" y="2291330"/>
            <a:ext cx="0" cy="1945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FF079A61-954B-A775-F068-D7D930AE0C9B}"/>
              </a:ext>
            </a:extLst>
          </p:cNvPr>
          <p:cNvSpPr txBox="1"/>
          <p:nvPr/>
        </p:nvSpPr>
        <p:spPr>
          <a:xfrm>
            <a:off x="6088831" y="2467822"/>
            <a:ext cx="517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趋近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1A4C5F28-D7A8-623D-3AC8-BF1DA921416F}"/>
              </a:ext>
            </a:extLst>
          </p:cNvPr>
          <p:cNvSpPr/>
          <p:nvPr/>
        </p:nvSpPr>
        <p:spPr>
          <a:xfrm>
            <a:off x="6656087" y="2736756"/>
            <a:ext cx="426103" cy="2314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8F2F111B-7DF9-E283-1C14-C57C4E0F8074}"/>
              </a:ext>
            </a:extLst>
          </p:cNvPr>
          <p:cNvSpPr/>
          <p:nvPr/>
        </p:nvSpPr>
        <p:spPr>
          <a:xfrm>
            <a:off x="7190310" y="2736153"/>
            <a:ext cx="426103" cy="23143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03565DB4-E8D9-FA72-E55B-E2E28FE1B406}"/>
              </a:ext>
            </a:extLst>
          </p:cNvPr>
          <p:cNvSpPr/>
          <p:nvPr/>
        </p:nvSpPr>
        <p:spPr>
          <a:xfrm>
            <a:off x="7743937" y="2745544"/>
            <a:ext cx="426103" cy="23143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88C52CD9-3C7E-5872-BD54-2561CA1B4F2E}"/>
              </a:ext>
            </a:extLst>
          </p:cNvPr>
          <p:cNvSpPr/>
          <p:nvPr/>
        </p:nvSpPr>
        <p:spPr>
          <a:xfrm>
            <a:off x="8292188" y="2747813"/>
            <a:ext cx="426103" cy="2314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NE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B6930BAC-B592-C782-C92F-0209D14161D8}"/>
              </a:ext>
            </a:extLst>
          </p:cNvPr>
          <p:cNvCxnSpPr>
            <a:cxnSpLocks/>
          </p:cNvCxnSpPr>
          <p:nvPr/>
        </p:nvCxnSpPr>
        <p:spPr>
          <a:xfrm>
            <a:off x="2387795" y="3740477"/>
            <a:ext cx="0" cy="2966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D4E508DA-BB07-6B13-7EC8-D6935491782C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4707266" y="3429636"/>
            <a:ext cx="0" cy="6075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F9B732A5-133F-EF24-B25B-B4E2D9E11817}"/>
              </a:ext>
            </a:extLst>
          </p:cNvPr>
          <p:cNvCxnSpPr>
            <a:cxnSpLocks/>
          </p:cNvCxnSpPr>
          <p:nvPr/>
        </p:nvCxnSpPr>
        <p:spPr>
          <a:xfrm>
            <a:off x="7465895" y="3443806"/>
            <a:ext cx="0" cy="5933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9D0A3B68-DD56-DDA6-5C7A-BD3050ECB38D}"/>
              </a:ext>
            </a:extLst>
          </p:cNvPr>
          <p:cNvSpPr/>
          <p:nvPr/>
        </p:nvSpPr>
        <p:spPr>
          <a:xfrm>
            <a:off x="1694076" y="4050860"/>
            <a:ext cx="1387438" cy="249576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D2D6FED-60A1-40BD-ED04-F80E022C4CDB}"/>
              </a:ext>
            </a:extLst>
          </p:cNvPr>
          <p:cNvSpPr txBox="1"/>
          <p:nvPr/>
        </p:nvSpPr>
        <p:spPr>
          <a:xfrm>
            <a:off x="1830910" y="4037148"/>
            <a:ext cx="11137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特定唇读模型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6961F25-636C-D473-071A-C7A23E4D94AA}"/>
              </a:ext>
            </a:extLst>
          </p:cNvPr>
          <p:cNvSpPr/>
          <p:nvPr/>
        </p:nvSpPr>
        <p:spPr>
          <a:xfrm>
            <a:off x="4013547" y="4050860"/>
            <a:ext cx="1387438" cy="249576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98431C4-4842-9F16-D1F6-EA128266FAE6}"/>
              </a:ext>
            </a:extLst>
          </p:cNvPr>
          <p:cNvSpPr txBox="1"/>
          <p:nvPr/>
        </p:nvSpPr>
        <p:spPr>
          <a:xfrm>
            <a:off x="4150381" y="4037148"/>
            <a:ext cx="11137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特定唇读模型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E325058-EA0D-606D-A283-4A7EEA639040}"/>
              </a:ext>
            </a:extLst>
          </p:cNvPr>
          <p:cNvSpPr/>
          <p:nvPr/>
        </p:nvSpPr>
        <p:spPr>
          <a:xfrm>
            <a:off x="6772176" y="4050860"/>
            <a:ext cx="1387438" cy="249576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A296D89-F0BD-DCFC-9604-5790E1D8D407}"/>
              </a:ext>
            </a:extLst>
          </p:cNvPr>
          <p:cNvSpPr txBox="1"/>
          <p:nvPr/>
        </p:nvSpPr>
        <p:spPr>
          <a:xfrm>
            <a:off x="6909010" y="4037148"/>
            <a:ext cx="11137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特定唇读模型</a:t>
            </a: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CE2E7090-8606-B539-E073-BFB704056D56}"/>
              </a:ext>
            </a:extLst>
          </p:cNvPr>
          <p:cNvCxnSpPr>
            <a:cxnSpLocks/>
          </p:cNvCxnSpPr>
          <p:nvPr/>
        </p:nvCxnSpPr>
        <p:spPr>
          <a:xfrm>
            <a:off x="2387794" y="4600573"/>
            <a:ext cx="50781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BDA1596B-C907-8475-B609-CACDE2F67CED}"/>
              </a:ext>
            </a:extLst>
          </p:cNvPr>
          <p:cNvCxnSpPr>
            <a:cxnSpLocks/>
          </p:cNvCxnSpPr>
          <p:nvPr/>
        </p:nvCxnSpPr>
        <p:spPr>
          <a:xfrm>
            <a:off x="2387794" y="4300436"/>
            <a:ext cx="0" cy="30013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4A7E53AA-6578-067A-5CB1-189B56A718D4}"/>
              </a:ext>
            </a:extLst>
          </p:cNvPr>
          <p:cNvCxnSpPr>
            <a:cxnSpLocks/>
          </p:cNvCxnSpPr>
          <p:nvPr/>
        </p:nvCxnSpPr>
        <p:spPr>
          <a:xfrm>
            <a:off x="4701544" y="4300435"/>
            <a:ext cx="0" cy="30013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49C9FB34-392F-0E55-2241-DF8700348941}"/>
              </a:ext>
            </a:extLst>
          </p:cNvPr>
          <p:cNvCxnSpPr>
            <a:cxnSpLocks/>
          </p:cNvCxnSpPr>
          <p:nvPr/>
        </p:nvCxnSpPr>
        <p:spPr>
          <a:xfrm>
            <a:off x="7465894" y="4300434"/>
            <a:ext cx="0" cy="30013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37DFF3A0-446A-67E1-A96E-A15514432D35}"/>
              </a:ext>
            </a:extLst>
          </p:cNvPr>
          <p:cNvSpPr/>
          <p:nvPr/>
        </p:nvSpPr>
        <p:spPr>
          <a:xfrm>
            <a:off x="4013547" y="4793649"/>
            <a:ext cx="1387438" cy="249576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BB982B3C-E7BC-493C-5AF5-2F744F3C22FF}"/>
              </a:ext>
            </a:extLst>
          </p:cNvPr>
          <p:cNvSpPr txBox="1"/>
          <p:nvPr/>
        </p:nvSpPr>
        <p:spPr>
          <a:xfrm>
            <a:off x="4451514" y="4779937"/>
            <a:ext cx="11137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结果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2A922E69-4CC1-F29B-B83E-FDAC1B13FACF}"/>
              </a:ext>
            </a:extLst>
          </p:cNvPr>
          <p:cNvSpPr txBox="1"/>
          <p:nvPr/>
        </p:nvSpPr>
        <p:spPr>
          <a:xfrm>
            <a:off x="6625069" y="2474870"/>
            <a:ext cx="517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回避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D436CF5-3991-57AB-93EA-4F3D9459B983}"/>
              </a:ext>
            </a:extLst>
          </p:cNvPr>
          <p:cNvSpPr txBox="1"/>
          <p:nvPr/>
        </p:nvSpPr>
        <p:spPr>
          <a:xfrm>
            <a:off x="7171715" y="2485858"/>
            <a:ext cx="517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攻击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218DBF5-9941-2339-1B93-E2941645CAE5}"/>
              </a:ext>
            </a:extLst>
          </p:cNvPr>
          <p:cNvSpPr txBox="1"/>
          <p:nvPr/>
        </p:nvSpPr>
        <p:spPr>
          <a:xfrm>
            <a:off x="7721228" y="2485858"/>
            <a:ext cx="517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抑制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7D143ABA-AC19-7CCC-E240-D7E36EA76F44}"/>
              </a:ext>
            </a:extLst>
          </p:cNvPr>
          <p:cNvSpPr txBox="1"/>
          <p:nvPr/>
        </p:nvSpPr>
        <p:spPr>
          <a:xfrm>
            <a:off x="8260222" y="2485858"/>
            <a:ext cx="517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基准</a:t>
            </a: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428E6635-26D1-C2F8-823A-181171E9BCD4}"/>
              </a:ext>
            </a:extLst>
          </p:cNvPr>
          <p:cNvCxnSpPr>
            <a:cxnSpLocks/>
          </p:cNvCxnSpPr>
          <p:nvPr/>
        </p:nvCxnSpPr>
        <p:spPr>
          <a:xfrm>
            <a:off x="4698494" y="4600572"/>
            <a:ext cx="3050" cy="1771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FC984484-4728-F03B-EDB6-5C768FDCD39C}"/>
              </a:ext>
            </a:extLst>
          </p:cNvPr>
          <p:cNvSpPr/>
          <p:nvPr/>
        </p:nvSpPr>
        <p:spPr>
          <a:xfrm>
            <a:off x="8233948" y="3573545"/>
            <a:ext cx="426103" cy="23143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HA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DBA94DBE-5621-7127-5E20-A7B4A482C551}"/>
              </a:ext>
            </a:extLst>
          </p:cNvPr>
          <p:cNvSpPr/>
          <p:nvPr/>
        </p:nvSpPr>
        <p:spPr>
          <a:xfrm>
            <a:off x="8235536" y="3827354"/>
            <a:ext cx="426103" cy="23143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5F8EC4B0-221E-38E9-2F35-AE4EDCB91ED4}"/>
              </a:ext>
            </a:extLst>
          </p:cNvPr>
          <p:cNvSpPr/>
          <p:nvPr/>
        </p:nvSpPr>
        <p:spPr>
          <a:xfrm>
            <a:off x="8233746" y="4082921"/>
            <a:ext cx="426103" cy="23143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AN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6631FD1B-84A9-F621-15FF-A312E2340962}"/>
              </a:ext>
            </a:extLst>
          </p:cNvPr>
          <p:cNvSpPr/>
          <p:nvPr/>
        </p:nvSpPr>
        <p:spPr>
          <a:xfrm>
            <a:off x="8229083" y="4593627"/>
            <a:ext cx="426103" cy="23143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SU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F662F9DA-97F5-539E-754A-E13F436D9BE1}"/>
              </a:ext>
            </a:extLst>
          </p:cNvPr>
          <p:cNvSpPr/>
          <p:nvPr/>
        </p:nvSpPr>
        <p:spPr>
          <a:xfrm>
            <a:off x="8233778" y="4851270"/>
            <a:ext cx="426103" cy="2314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NE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43EBC198-FE48-0488-8F13-CA86C386621C}"/>
              </a:ext>
            </a:extLst>
          </p:cNvPr>
          <p:cNvSpPr/>
          <p:nvPr/>
        </p:nvSpPr>
        <p:spPr>
          <a:xfrm>
            <a:off x="8231948" y="4339410"/>
            <a:ext cx="426103" cy="23143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7DB4BB12-2C73-DB67-F3D4-5E4191F64955}"/>
              </a:ext>
            </a:extLst>
          </p:cNvPr>
          <p:cNvSpPr txBox="1"/>
          <p:nvPr/>
        </p:nvSpPr>
        <p:spPr>
          <a:xfrm>
            <a:off x="8671596" y="3551056"/>
            <a:ext cx="8144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+mn-ea"/>
                <a:cs typeface="Times New Roman" panose="02020603050405020304" pitchFamily="18" charset="0"/>
              </a:rPr>
              <a:t>开心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0DEC685F-B63F-9D32-D4BC-F78FC271B84E}"/>
              </a:ext>
            </a:extLst>
          </p:cNvPr>
          <p:cNvSpPr txBox="1"/>
          <p:nvPr/>
        </p:nvSpPr>
        <p:spPr>
          <a:xfrm>
            <a:off x="8670257" y="3814342"/>
            <a:ext cx="8345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恐惧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04CE6A6E-A936-E42C-D1AB-DBB803F135A5}"/>
              </a:ext>
            </a:extLst>
          </p:cNvPr>
          <p:cNvSpPr txBox="1"/>
          <p:nvPr/>
        </p:nvSpPr>
        <p:spPr>
          <a:xfrm>
            <a:off x="8670256" y="4067212"/>
            <a:ext cx="8345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生气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D7872684-2204-0B88-9448-9D8FFA830D7A}"/>
              </a:ext>
            </a:extLst>
          </p:cNvPr>
          <p:cNvSpPr txBox="1"/>
          <p:nvPr/>
        </p:nvSpPr>
        <p:spPr>
          <a:xfrm>
            <a:off x="8670802" y="4307557"/>
            <a:ext cx="8345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难过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EBCD3ECF-C139-DE88-BC7F-083ED7FF2F87}"/>
              </a:ext>
            </a:extLst>
          </p:cNvPr>
          <p:cNvSpPr txBox="1"/>
          <p:nvPr/>
        </p:nvSpPr>
        <p:spPr>
          <a:xfrm>
            <a:off x="8661277" y="4557133"/>
            <a:ext cx="8345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惊讶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15EF797A-AF7C-1E5B-6E90-1E8F25A0BDAE}"/>
              </a:ext>
            </a:extLst>
          </p:cNvPr>
          <p:cNvSpPr txBox="1"/>
          <p:nvPr/>
        </p:nvSpPr>
        <p:spPr>
          <a:xfrm>
            <a:off x="8668421" y="4817199"/>
            <a:ext cx="976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中性</a:t>
            </a:r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1F4C087C-2A99-29F4-9AD6-4ECCC5B45FC0}"/>
              </a:ext>
            </a:extLst>
          </p:cNvPr>
          <p:cNvCxnSpPr>
            <a:cxnSpLocks/>
          </p:cNvCxnSpPr>
          <p:nvPr/>
        </p:nvCxnSpPr>
        <p:spPr>
          <a:xfrm>
            <a:off x="6352110" y="2835530"/>
            <a:ext cx="0" cy="376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FC1CBF14-70B6-3DEE-1ECF-F8040E2D9778}"/>
              </a:ext>
            </a:extLst>
          </p:cNvPr>
          <p:cNvSpPr/>
          <p:nvPr/>
        </p:nvSpPr>
        <p:spPr>
          <a:xfrm>
            <a:off x="6139059" y="2756099"/>
            <a:ext cx="426103" cy="23143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HA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F4C0E2D2-B8F8-B4AA-A94B-A36BDCD96154}"/>
              </a:ext>
            </a:extLst>
          </p:cNvPr>
          <p:cNvSpPr/>
          <p:nvPr/>
        </p:nvSpPr>
        <p:spPr>
          <a:xfrm>
            <a:off x="6139059" y="3096261"/>
            <a:ext cx="426103" cy="23143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SU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569567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235</Words>
  <Application>Microsoft Office PowerPoint</Application>
  <PresentationFormat>宽屏</PresentationFormat>
  <Paragraphs>82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JiangHuaJin</dc:creator>
  <cp:lastModifiedBy>HuanJie Yu</cp:lastModifiedBy>
  <cp:revision>13</cp:revision>
  <dcterms:created xsi:type="dcterms:W3CDTF">2023-08-09T12:44:00Z</dcterms:created>
  <dcterms:modified xsi:type="dcterms:W3CDTF">2025-12-25T15:08:44Z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